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72f2e2dbfa43d9" /><Relationship Type="http://schemas.openxmlformats.org/officeDocument/2006/relationships/extended-properties" Target="/docProps/app.xml" Id="Rb91e7f338b9742c5" /><Relationship Type="http://schemas.openxmlformats.org/officeDocument/2006/relationships/officeDocument" Target="/ppt/presentation.xml" Id="Re6aeafb9e0b24a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3bf894af524e24"/>
  </p:sldMasterIdLst>
  <p:notesMasterIdLst>
    <p:notesMasterId xmlns:r="http://schemas.openxmlformats.org/officeDocument/2006/relationships" r:id="R044ddea56fb34dc8"/>
  </p:notesMasterIdLst>
  <p:sldIdLst>
    <p:sldId xmlns:r="http://schemas.openxmlformats.org/officeDocument/2006/relationships" id="256" r:id="Rb4d7c115d4784fbc"/>
    <p:sldId xmlns:r="http://schemas.openxmlformats.org/officeDocument/2006/relationships" id="257" r:id="R256fc2b6184d4ad6"/>
    <p:sldId xmlns:r="http://schemas.openxmlformats.org/officeDocument/2006/relationships" id="258" r:id="Rf01186aa15d641bf"/>
    <p:sldId xmlns:r="http://schemas.openxmlformats.org/officeDocument/2006/relationships" id="259" r:id="Rdb7bdd4b10374711"/>
    <p:sldId xmlns:r="http://schemas.openxmlformats.org/officeDocument/2006/relationships" id="260" r:id="R1c84576f9c59429a"/>
    <p:sldId xmlns:r="http://schemas.openxmlformats.org/officeDocument/2006/relationships" id="261" r:id="R36c1df8f646243da"/>
    <p:sldId xmlns:r="http://schemas.openxmlformats.org/officeDocument/2006/relationships" id="262" r:id="R664af0ee87b24b35"/>
    <p:sldId xmlns:r="http://schemas.openxmlformats.org/officeDocument/2006/relationships" id="263" r:id="R6957f068894040cf"/>
    <p:sldId xmlns:r="http://schemas.openxmlformats.org/officeDocument/2006/relationships" id="264" r:id="R9080e51320a2434d"/>
    <p:sldId xmlns:r="http://schemas.openxmlformats.org/officeDocument/2006/relationships" id="265" r:id="Ra398f82b6061407a"/>
    <p:sldId xmlns:r="http://schemas.openxmlformats.org/officeDocument/2006/relationships" id="266" r:id="Rb3b52c83a4c14ffd"/>
    <p:sldId xmlns:r="http://schemas.openxmlformats.org/officeDocument/2006/relationships" id="267" r:id="R91cc2f409e8746cc"/>
    <p:sldId xmlns:r="http://schemas.openxmlformats.org/officeDocument/2006/relationships" id="268" r:id="Rfb3943e517a946cd"/>
    <p:sldId xmlns:r="http://schemas.openxmlformats.org/officeDocument/2006/relationships" id="269" r:id="Rca6e6a8fe7e34712"/>
    <p:sldId xmlns:r="http://schemas.openxmlformats.org/officeDocument/2006/relationships" id="270" r:id="Rca74e9725b2b49d1"/>
    <p:sldId xmlns:r="http://schemas.openxmlformats.org/officeDocument/2006/relationships" id="271" r:id="R5cc8f3933fc947e7"/>
    <p:sldId xmlns:r="http://schemas.openxmlformats.org/officeDocument/2006/relationships" id="272" r:id="R164ba456881f4bc0"/>
    <p:sldId xmlns:r="http://schemas.openxmlformats.org/officeDocument/2006/relationships" id="273" r:id="R908f1e153daf40e2"/>
    <p:sldId xmlns:r="http://schemas.openxmlformats.org/officeDocument/2006/relationships" id="274" r:id="Ra257c7dffc024dd5"/>
    <p:sldId xmlns:r="http://schemas.openxmlformats.org/officeDocument/2006/relationships" id="275" r:id="R4696b5a7bb9641a7"/>
    <p:sldId xmlns:r="http://schemas.openxmlformats.org/officeDocument/2006/relationships" id="276" r:id="Rd3150484af114c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87fa6698b44c39" /><Relationship Type="http://schemas.openxmlformats.org/officeDocument/2006/relationships/slideMaster" Target="/ppt/slideMasters/slideMaster1.xml" Id="R3d3bf894af524e24" /><Relationship Type="http://schemas.openxmlformats.org/officeDocument/2006/relationships/notesMaster" Target="/ppt/notesMasters/notesMaster1.xml" Id="R044ddea56fb34dc8" /><Relationship Type="http://schemas.openxmlformats.org/officeDocument/2006/relationships/presProps" Target="/ppt/presProps.xml" Id="R7f80672975cd4938" /><Relationship Type="http://schemas.openxmlformats.org/officeDocument/2006/relationships/tableStyles" Target="/ppt/tableStyles.xml" Id="R582d438ced3a49a6" /><Relationship Type="http://schemas.openxmlformats.org/officeDocument/2006/relationships/slide" Target="/ppt/slides/slide1.xml" Id="Rb4d7c115d4784fbc" /><Relationship Type="http://schemas.openxmlformats.org/officeDocument/2006/relationships/slide" Target="/ppt/slides/slide2.xml" Id="R256fc2b6184d4ad6" /><Relationship Type="http://schemas.openxmlformats.org/officeDocument/2006/relationships/slide" Target="/ppt/slides/slide3.xml" Id="Rf01186aa15d641bf" /><Relationship Type="http://schemas.openxmlformats.org/officeDocument/2006/relationships/slide" Target="/ppt/slides/slide4.xml" Id="Rdb7bdd4b10374711" /><Relationship Type="http://schemas.openxmlformats.org/officeDocument/2006/relationships/slide" Target="/ppt/slides/slide5.xml" Id="R1c84576f9c59429a" /><Relationship Type="http://schemas.openxmlformats.org/officeDocument/2006/relationships/slide" Target="/ppt/slides/slide6.xml" Id="R36c1df8f646243da" /><Relationship Type="http://schemas.openxmlformats.org/officeDocument/2006/relationships/slide" Target="/ppt/slides/slide7.xml" Id="R664af0ee87b24b35" /><Relationship Type="http://schemas.openxmlformats.org/officeDocument/2006/relationships/slide" Target="/ppt/slides/slide8.xml" Id="R6957f068894040cf" /><Relationship Type="http://schemas.openxmlformats.org/officeDocument/2006/relationships/slide" Target="/ppt/slides/slide9.xml" Id="R9080e51320a2434d" /><Relationship Type="http://schemas.openxmlformats.org/officeDocument/2006/relationships/slide" Target="/ppt/slides/slide10.xml" Id="Ra398f82b6061407a" /><Relationship Type="http://schemas.openxmlformats.org/officeDocument/2006/relationships/slide" Target="/ppt/slides/slide11.xml" Id="Rb3b52c83a4c14ffd" /><Relationship Type="http://schemas.openxmlformats.org/officeDocument/2006/relationships/slide" Target="/ppt/slides/slide12.xml" Id="R91cc2f409e8746cc" /><Relationship Type="http://schemas.openxmlformats.org/officeDocument/2006/relationships/slide" Target="/ppt/slides/slide13.xml" Id="Rfb3943e517a946cd" /><Relationship Type="http://schemas.openxmlformats.org/officeDocument/2006/relationships/slide" Target="/ppt/slides/slide14.xml" Id="Rca6e6a8fe7e34712" /><Relationship Type="http://schemas.openxmlformats.org/officeDocument/2006/relationships/slide" Target="/ppt/slides/slide15.xml" Id="Rca74e9725b2b49d1" /><Relationship Type="http://schemas.openxmlformats.org/officeDocument/2006/relationships/slide" Target="/ppt/slides/slide16.xml" Id="R5cc8f3933fc947e7" /><Relationship Type="http://schemas.openxmlformats.org/officeDocument/2006/relationships/slide" Target="/ppt/slides/slide17.xml" Id="R164ba456881f4bc0" /><Relationship Type="http://schemas.openxmlformats.org/officeDocument/2006/relationships/slide" Target="/ppt/slides/slide18.xml" Id="R908f1e153daf40e2" /><Relationship Type="http://schemas.openxmlformats.org/officeDocument/2006/relationships/slide" Target="/ppt/slides/slide19.xml" Id="Ra257c7dffc024dd5" /><Relationship Type="http://schemas.openxmlformats.org/officeDocument/2006/relationships/slide" Target="/ppt/slides/slide20.xml" Id="R4696b5a7bb9641a7" /><Relationship Type="http://schemas.openxmlformats.org/officeDocument/2006/relationships/slide" Target="/ppt/slides/slide21.xml" Id="Rd3150484af114c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6710ad3c3641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b9b42fb8164a9c" /><Relationship Type="http://schemas.openxmlformats.org/officeDocument/2006/relationships/notesMaster" Target="/ppt/notesMasters/notesMaster1.xml" Id="Ra36cc579c8af41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2d209b329f4f75" /><Relationship Type="http://schemas.openxmlformats.org/officeDocument/2006/relationships/notesMaster" Target="/ppt/notesMasters/notesMaster1.xml" Id="Rf9d9f11b201b4f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7d741f0a58410b" /><Relationship Type="http://schemas.openxmlformats.org/officeDocument/2006/relationships/notesMaster" Target="/ppt/notesMasters/notesMaster1.xml" Id="R1b9f5b1086b24c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ac3a037ae3481d" /><Relationship Type="http://schemas.openxmlformats.org/officeDocument/2006/relationships/notesMaster" Target="/ppt/notesMasters/notesMaster1.xml" Id="R8d5b128a58ba43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f50ce3dd8f40bd" /><Relationship Type="http://schemas.openxmlformats.org/officeDocument/2006/relationships/notesMaster" Target="/ppt/notesMasters/notesMaster1.xml" Id="R5d29de14cb8041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2c191082c14eba" /><Relationship Type="http://schemas.openxmlformats.org/officeDocument/2006/relationships/notesMaster" Target="/ppt/notesMasters/notesMaster1.xml" Id="R69d47aff8de741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04d15556f54d62" /><Relationship Type="http://schemas.openxmlformats.org/officeDocument/2006/relationships/notesMaster" Target="/ppt/notesMasters/notesMaster1.xml" Id="Rf7a52062974241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255b0b641446ec" /><Relationship Type="http://schemas.openxmlformats.org/officeDocument/2006/relationships/notesMaster" Target="/ppt/notesMasters/notesMaster1.xml" Id="R8563f5f3cf5c44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ad32447ef9420e" /><Relationship Type="http://schemas.openxmlformats.org/officeDocument/2006/relationships/notesMaster" Target="/ppt/notesMasters/notesMaster1.xml" Id="R15118aa16f504c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807918db4f456b" /><Relationship Type="http://schemas.openxmlformats.org/officeDocument/2006/relationships/notesMaster" Target="/ppt/notesMasters/notesMaster1.xml" Id="R4ec67c179cdf4d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c36efc81dc4bd6" /><Relationship Type="http://schemas.openxmlformats.org/officeDocument/2006/relationships/notesMaster" Target="/ppt/notesMasters/notesMaster1.xml" Id="R4b771ae057ac43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0c75a459dc4f98" /><Relationship Type="http://schemas.openxmlformats.org/officeDocument/2006/relationships/notesMaster" Target="/ppt/notesMasters/notesMaster1.xml" Id="R1e00ac8a47cd4fa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6c03bc15e04fad" /><Relationship Type="http://schemas.openxmlformats.org/officeDocument/2006/relationships/notesMaster" Target="/ppt/notesMasters/notesMaster1.xml" Id="Ra24ad12128c24b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3c90101194e4bc6" /><Relationship Type="http://schemas.openxmlformats.org/officeDocument/2006/relationships/notesMaster" Target="/ppt/notesMasters/notesMaster1.xml" Id="R49871278de4540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0454218b0524595" /><Relationship Type="http://schemas.openxmlformats.org/officeDocument/2006/relationships/notesMaster" Target="/ppt/notesMasters/notesMaster1.xml" Id="R609c760e4d6e4b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b6290f1e3a34332" /><Relationship Type="http://schemas.openxmlformats.org/officeDocument/2006/relationships/notesMaster" Target="/ppt/notesMasters/notesMaster1.xml" Id="R29ea04b84456492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67b6aa50984fcc" /><Relationship Type="http://schemas.openxmlformats.org/officeDocument/2006/relationships/notesMaster" Target="/ppt/notesMasters/notesMaster1.xml" Id="R32c205f5476748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a9a9332f964086" /><Relationship Type="http://schemas.openxmlformats.org/officeDocument/2006/relationships/notesMaster" Target="/ppt/notesMasters/notesMaster1.xml" Id="Rc9cab8b174e74f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60715f97b7e4720" /><Relationship Type="http://schemas.openxmlformats.org/officeDocument/2006/relationships/notesMaster" Target="/ppt/notesMasters/notesMaster1.xml" Id="R5a8b9b924acf48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3a1c30617c44f4" /><Relationship Type="http://schemas.openxmlformats.org/officeDocument/2006/relationships/notesMaster" Target="/ppt/notesMasters/notesMaster1.xml" Id="Rba4d99ced230473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1b4cb2b9b3d4205" /><Relationship Type="http://schemas.openxmlformats.org/officeDocument/2006/relationships/notesMaster" Target="/ppt/notesMasters/notesMaster1.xml" Id="R89dfe261533347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PDF, application XLSX, user-supplied video URL.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 section 4 item 1; README.md problem and demo flow; user-supplied source/video links.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definition; docs/07-competition-readiness.md first-five-second judging points.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reports/sw-evidence-summary.md; reports/experiment-summary.md; README.md current implementation table.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current implementation; docs/01-mvp-architecture.md; docs/08-hardware-bringup-session.md.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docs/10-3d-model-v1.md; models/reliefcheck-kiosk-v1.json; README.md hardware table.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docs/01-mvp-architecture.md; pyproject.toml; rg function/class inspection.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demo flow; docs/01-mvp-architecture.md MVP state flow; reports/sw-evidence-summary.md.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rg --files; rg function/class inspection; README.md 주요 파일.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rg function/class inspection; reliefcheck source files.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system structure; services/distribution.py; reports/sw-evidence-summary.md PRINT_FAILURE scenario.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 scenario result; README.md reason codes.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local ReliefCheck UI screenshots; reports/sw-evidence-summary.md.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docs/08-hardware-bringup-session.md; docs/09-one-hour-pi-bringup.md;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definition; reports/sw-evidence-summary.md;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reports/sw-evidence-summary.md; reports/experiment-summary.md; local UI screenshots.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README.md problem and next steps; docs/03-test-plan.md.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docs/07-competition-readiness.md; docs/03-test-plan.md; README.md 실장비 확인 범위.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docs/08-hardware-bringup-session.md; docs/09-one-hour-pi-bringup.md; docs/07-competition-readiness.md.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guide PDF item 7; repository docs and reports generated by current project.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Sources: application XLSX team data; guide PDF item 7.</a:t>
            </a:r>
          </a:p>
          <a:p xmlns:a="http://schemas.openxmlformats.org/drawingml/2006/main">
            <a:r>
              <a:t>Generated as a full-slide raster page to match the guide style and preserve PDF layout.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08fb8aa3144c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1c9620ef014f1b" /><Relationship Type="http://schemas.openxmlformats.org/officeDocument/2006/relationships/slideLayout" Target="/ppt/slideLayouts/slideLayout1.xml" Id="R8271fe70686e4c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71fe70686e4c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184ebf49d4558" /><Relationship Type="http://schemas.openxmlformats.org/officeDocument/2006/relationships/image" Target="/ppt/media/image.png" Id="Rf430a295c274441b" /><Relationship Type="http://schemas.openxmlformats.org/officeDocument/2006/relationships/notesSlide" Target="/ppt/notesSlides/notesSlide1.xml" Id="R323c2d8f55724b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523de134a4f72" /><Relationship Type="http://schemas.openxmlformats.org/officeDocument/2006/relationships/image" Target="/ppt/media/image2.png" Id="Rdf85ce082fdd46a3" /><Relationship Type="http://schemas.openxmlformats.org/officeDocument/2006/relationships/notesSlide" Target="/ppt/notesSlides/notesSlide2.xml" Id="Rbcd668a617d143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ec43ce40f4a2f" /><Relationship Type="http://schemas.openxmlformats.org/officeDocument/2006/relationships/image" Target="/ppt/media/image3.png" Id="Rd12648eff68c43a8" /><Relationship Type="http://schemas.openxmlformats.org/officeDocument/2006/relationships/notesSlide" Target="/ppt/notesSlides/notesSlide3.xml" Id="R1f84c52d9f2b44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9c7d65e0b443f" /><Relationship Type="http://schemas.openxmlformats.org/officeDocument/2006/relationships/image" Target="/ppt/media/image4.png" Id="R1cc8b94264ee419f" /><Relationship Type="http://schemas.openxmlformats.org/officeDocument/2006/relationships/notesSlide" Target="/ppt/notesSlides/notesSlide4.xml" Id="R2be1d6548f1d45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b43a4ea714e6b" /><Relationship Type="http://schemas.openxmlformats.org/officeDocument/2006/relationships/image" Target="/ppt/media/image5.png" Id="R2ef64da47d13469f" /><Relationship Type="http://schemas.openxmlformats.org/officeDocument/2006/relationships/notesSlide" Target="/ppt/notesSlides/notesSlide5.xml" Id="R2433102e350947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c9b54a9d24e32" /><Relationship Type="http://schemas.openxmlformats.org/officeDocument/2006/relationships/image" Target="/ppt/media/image6.png" Id="Rc8e0029bdb0748a2" /><Relationship Type="http://schemas.openxmlformats.org/officeDocument/2006/relationships/notesSlide" Target="/ppt/notesSlides/notesSlide6.xml" Id="R66a19db1c7ae4f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59ae6d97848df" /><Relationship Type="http://schemas.openxmlformats.org/officeDocument/2006/relationships/image" Target="/ppt/media/image7.png" Id="Rcd817108bd814c4f" /><Relationship Type="http://schemas.openxmlformats.org/officeDocument/2006/relationships/notesSlide" Target="/ppt/notesSlides/notesSlide7.xml" Id="R3a63872560c74a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9f1b3855d4671" /><Relationship Type="http://schemas.openxmlformats.org/officeDocument/2006/relationships/image" Target="/ppt/media/image8.png" Id="Rb3b2bcc1ace049f1" /><Relationship Type="http://schemas.openxmlformats.org/officeDocument/2006/relationships/notesSlide" Target="/ppt/notesSlides/notesSlide8.xml" Id="R9bae24e1c5fc41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5e3ee01a54cfb" /><Relationship Type="http://schemas.openxmlformats.org/officeDocument/2006/relationships/image" Target="/ppt/media/image9.png" Id="R093a26afe8904295" /><Relationship Type="http://schemas.openxmlformats.org/officeDocument/2006/relationships/notesSlide" Target="/ppt/notesSlides/notesSlide9.xml" Id="Rd6582f0fafd344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a118ff0e54aa3" /><Relationship Type="http://schemas.openxmlformats.org/officeDocument/2006/relationships/image" Target="/ppt/media/image10.png" Id="Rbf3f738122264c4a" /><Relationship Type="http://schemas.openxmlformats.org/officeDocument/2006/relationships/notesSlide" Target="/ppt/notesSlides/notesSlide10.xml" Id="Ra51f751433c840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bd16f71be466c" /><Relationship Type="http://schemas.openxmlformats.org/officeDocument/2006/relationships/image" Target="/ppt/media/image11.png" Id="Rd0a962238ed04ed6" /><Relationship Type="http://schemas.openxmlformats.org/officeDocument/2006/relationships/notesSlide" Target="/ppt/notesSlides/notesSlide11.xml" Id="R90b57e39c07540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4eeb601844255" /><Relationship Type="http://schemas.openxmlformats.org/officeDocument/2006/relationships/image" Target="/ppt/media/image12.png" Id="R7cc9d074e210430a" /><Relationship Type="http://schemas.openxmlformats.org/officeDocument/2006/relationships/notesSlide" Target="/ppt/notesSlides/notesSlide12.xml" Id="Rcf39204b8df546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e603d22d749f6" /><Relationship Type="http://schemas.openxmlformats.org/officeDocument/2006/relationships/image" Target="/ppt/media/image13.png" Id="R20b6b34c50a74565" /><Relationship Type="http://schemas.openxmlformats.org/officeDocument/2006/relationships/notesSlide" Target="/ppt/notesSlides/notesSlide13.xml" Id="R12e9e13047ee41b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7b86dfdbe4444" /><Relationship Type="http://schemas.openxmlformats.org/officeDocument/2006/relationships/image" Target="/ppt/media/image14.png" Id="Re44566baba304998" /><Relationship Type="http://schemas.openxmlformats.org/officeDocument/2006/relationships/notesSlide" Target="/ppt/notesSlides/notesSlide14.xml" Id="R4d0c884c1cc14b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1a39c79c746c2" /><Relationship Type="http://schemas.openxmlformats.org/officeDocument/2006/relationships/image" Target="/ppt/media/image15.png" Id="R10a41705ca294074" /><Relationship Type="http://schemas.openxmlformats.org/officeDocument/2006/relationships/notesSlide" Target="/ppt/notesSlides/notesSlide15.xml" Id="Rdf05b945a7a644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fdc35526d4582" /><Relationship Type="http://schemas.openxmlformats.org/officeDocument/2006/relationships/image" Target="/ppt/media/image16.png" Id="Rdbcf491706ac405a" /><Relationship Type="http://schemas.openxmlformats.org/officeDocument/2006/relationships/notesSlide" Target="/ppt/notesSlides/notesSlide16.xml" Id="R1411007b9f834c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c959b91e24936" /><Relationship Type="http://schemas.openxmlformats.org/officeDocument/2006/relationships/image" Target="/ppt/media/image17.png" Id="R217d8468b76c4c22" /><Relationship Type="http://schemas.openxmlformats.org/officeDocument/2006/relationships/notesSlide" Target="/ppt/notesSlides/notesSlide17.xml" Id="R5648092862fb45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50260fc814f69" /><Relationship Type="http://schemas.openxmlformats.org/officeDocument/2006/relationships/image" Target="/ppt/media/image18.png" Id="R4ef9b90a90b4446f" /><Relationship Type="http://schemas.openxmlformats.org/officeDocument/2006/relationships/notesSlide" Target="/ppt/notesSlides/notesSlide18.xml" Id="R410924699e4841d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5297dc5b4499d" /><Relationship Type="http://schemas.openxmlformats.org/officeDocument/2006/relationships/image" Target="/ppt/media/image19.png" Id="R99581593685144b9" /><Relationship Type="http://schemas.openxmlformats.org/officeDocument/2006/relationships/notesSlide" Target="/ppt/notesSlides/notesSlide19.xml" Id="R5ba91bef241b43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abc77af7b4d4b" /><Relationship Type="http://schemas.openxmlformats.org/officeDocument/2006/relationships/image" Target="/ppt/media/image20.png" Id="R6eac91920017459b" /><Relationship Type="http://schemas.openxmlformats.org/officeDocument/2006/relationships/notesSlide" Target="/ppt/notesSlides/notesSlide20.xml" Id="R33820ade92d94b5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dbe4ec7924d97" /><Relationship Type="http://schemas.openxmlformats.org/officeDocument/2006/relationships/image" Target="/ppt/media/image21.png" Id="R01bdf297821843af" /><Relationship Type="http://schemas.openxmlformats.org/officeDocument/2006/relationships/notesSlide" Target="/ppt/notesSlides/notesSlide21.xml" Id="R8f71cdaf47014af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0a295c274441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6047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5ce082fdd46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8449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648eff68c43a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089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c8b94264ee41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9594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64da47d1346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0946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0029bdb0748a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2671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17108bd814c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1938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2bcc1ace049f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16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a26afe890429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27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f738122264c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56723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962238ed04ed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4365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9d074e210430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0729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6b34c50a7456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84568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566baba3049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01778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41705ca2940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84980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cf491706ac405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9239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d8468b76c4c2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1047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9b90a90b4446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03121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81593685144b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39135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c91920017459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81314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df297821843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274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2026-09-03T03:25:58.6100000Z</dcterms:created>
  <dcterms:modified xsi:type="dcterms:W3CDTF">2026-09-03T03:25:58.6100000Z</dcterms:modified>
</coreProperties>
</file>