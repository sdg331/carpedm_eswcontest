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c0a82f823d24cdc" /><Relationship Type="http://schemas.openxmlformats.org/officeDocument/2006/relationships/extended-properties" Target="/docProps/app.xml" Id="Ra88fe5d1677141b9" /><Relationship Type="http://schemas.openxmlformats.org/officeDocument/2006/relationships/officeDocument" Target="/ppt/presentation.xml" Id="R06b713a522a7488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72df1a33e894c0f"/>
  </p:sldMasterIdLst>
  <p:notesMasterIdLst>
    <p:notesMasterId xmlns:r="http://schemas.openxmlformats.org/officeDocument/2006/relationships" r:id="Rffd6b362e70e4ade"/>
  </p:notesMasterIdLst>
  <p:sldIdLst>
    <p:sldId xmlns:r="http://schemas.openxmlformats.org/officeDocument/2006/relationships" id="256" r:id="R67b5b45cbc4947cf"/>
    <p:sldId xmlns:r="http://schemas.openxmlformats.org/officeDocument/2006/relationships" id="257" r:id="R5d7c7e4f879845e2"/>
    <p:sldId xmlns:r="http://schemas.openxmlformats.org/officeDocument/2006/relationships" id="258" r:id="R399a7f2cc73342b1"/>
    <p:sldId xmlns:r="http://schemas.openxmlformats.org/officeDocument/2006/relationships" id="259" r:id="R6926581cd8854f31"/>
    <p:sldId xmlns:r="http://schemas.openxmlformats.org/officeDocument/2006/relationships" id="260" r:id="R994e235f5ae64574"/>
    <p:sldId xmlns:r="http://schemas.openxmlformats.org/officeDocument/2006/relationships" id="261" r:id="Rdd1bd30257d34b7b"/>
    <p:sldId xmlns:r="http://schemas.openxmlformats.org/officeDocument/2006/relationships" id="262" r:id="R3144f79c08ce45af"/>
    <p:sldId xmlns:r="http://schemas.openxmlformats.org/officeDocument/2006/relationships" id="263" r:id="R7a41ee4c86214af0"/>
    <p:sldId xmlns:r="http://schemas.openxmlformats.org/officeDocument/2006/relationships" id="264" r:id="R7a084e9792f54659"/>
    <p:sldId xmlns:r="http://schemas.openxmlformats.org/officeDocument/2006/relationships" id="265" r:id="R063eb0ec09524167"/>
    <p:sldId xmlns:r="http://schemas.openxmlformats.org/officeDocument/2006/relationships" id="266" r:id="R9e30f93ab8b64b55"/>
    <p:sldId xmlns:r="http://schemas.openxmlformats.org/officeDocument/2006/relationships" id="267" r:id="R28ad99462b6848f7"/>
    <p:sldId xmlns:r="http://schemas.openxmlformats.org/officeDocument/2006/relationships" id="268" r:id="R12da66d464374b9a"/>
    <p:sldId xmlns:r="http://schemas.openxmlformats.org/officeDocument/2006/relationships" id="269" r:id="Rafc593e46ec640d4"/>
    <p:sldId xmlns:r="http://schemas.openxmlformats.org/officeDocument/2006/relationships" id="270" r:id="R8838e5e72c7540ba"/>
    <p:sldId xmlns:r="http://schemas.openxmlformats.org/officeDocument/2006/relationships" id="271" r:id="Rdcff0dad7eba4dde"/>
    <p:sldId xmlns:r="http://schemas.openxmlformats.org/officeDocument/2006/relationships" id="272" r:id="Rbe9a8cd45c314009"/>
    <p:sldId xmlns:r="http://schemas.openxmlformats.org/officeDocument/2006/relationships" id="273" r:id="R6ce07f61606a4d1f"/>
    <p:sldId xmlns:r="http://schemas.openxmlformats.org/officeDocument/2006/relationships" id="274" r:id="R659f2ce17ac0462b"/>
    <p:sldId xmlns:r="http://schemas.openxmlformats.org/officeDocument/2006/relationships" id="275" r:id="R52fad8fee6414e4e"/>
    <p:sldId xmlns:r="http://schemas.openxmlformats.org/officeDocument/2006/relationships" id="276" r:id="R92b58a822ddb4cc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f75467124564f6b" /><Relationship Type="http://schemas.openxmlformats.org/officeDocument/2006/relationships/slideMaster" Target="/ppt/slideMasters/slideMaster1.xml" Id="R572df1a33e894c0f" /><Relationship Type="http://schemas.openxmlformats.org/officeDocument/2006/relationships/notesMaster" Target="/ppt/notesMasters/notesMaster1.xml" Id="Rffd6b362e70e4ade" /><Relationship Type="http://schemas.openxmlformats.org/officeDocument/2006/relationships/presProps" Target="/ppt/presProps.xml" Id="R5c95b2f19f754c59" /><Relationship Type="http://schemas.openxmlformats.org/officeDocument/2006/relationships/tableStyles" Target="/ppt/tableStyles.xml" Id="R99c2010892164ca5" /><Relationship Type="http://schemas.openxmlformats.org/officeDocument/2006/relationships/slide" Target="/ppt/slides/slide1.xml" Id="R67b5b45cbc4947cf" /><Relationship Type="http://schemas.openxmlformats.org/officeDocument/2006/relationships/slide" Target="/ppt/slides/slide2.xml" Id="R5d7c7e4f879845e2" /><Relationship Type="http://schemas.openxmlformats.org/officeDocument/2006/relationships/slide" Target="/ppt/slides/slide3.xml" Id="R399a7f2cc73342b1" /><Relationship Type="http://schemas.openxmlformats.org/officeDocument/2006/relationships/slide" Target="/ppt/slides/slide4.xml" Id="R6926581cd8854f31" /><Relationship Type="http://schemas.openxmlformats.org/officeDocument/2006/relationships/slide" Target="/ppt/slides/slide5.xml" Id="R994e235f5ae64574" /><Relationship Type="http://schemas.openxmlformats.org/officeDocument/2006/relationships/slide" Target="/ppt/slides/slide6.xml" Id="Rdd1bd30257d34b7b" /><Relationship Type="http://schemas.openxmlformats.org/officeDocument/2006/relationships/slide" Target="/ppt/slides/slide7.xml" Id="R3144f79c08ce45af" /><Relationship Type="http://schemas.openxmlformats.org/officeDocument/2006/relationships/slide" Target="/ppt/slides/slide8.xml" Id="R7a41ee4c86214af0" /><Relationship Type="http://schemas.openxmlformats.org/officeDocument/2006/relationships/slide" Target="/ppt/slides/slide9.xml" Id="R7a084e9792f54659" /><Relationship Type="http://schemas.openxmlformats.org/officeDocument/2006/relationships/slide" Target="/ppt/slides/slide10.xml" Id="R063eb0ec09524167" /><Relationship Type="http://schemas.openxmlformats.org/officeDocument/2006/relationships/slide" Target="/ppt/slides/slide11.xml" Id="R9e30f93ab8b64b55" /><Relationship Type="http://schemas.openxmlformats.org/officeDocument/2006/relationships/slide" Target="/ppt/slides/slide12.xml" Id="R28ad99462b6848f7" /><Relationship Type="http://schemas.openxmlformats.org/officeDocument/2006/relationships/slide" Target="/ppt/slides/slide13.xml" Id="R12da66d464374b9a" /><Relationship Type="http://schemas.openxmlformats.org/officeDocument/2006/relationships/slide" Target="/ppt/slides/slide14.xml" Id="Rafc593e46ec640d4" /><Relationship Type="http://schemas.openxmlformats.org/officeDocument/2006/relationships/slide" Target="/ppt/slides/slide15.xml" Id="R8838e5e72c7540ba" /><Relationship Type="http://schemas.openxmlformats.org/officeDocument/2006/relationships/slide" Target="/ppt/slides/slide16.xml" Id="Rdcff0dad7eba4dde" /><Relationship Type="http://schemas.openxmlformats.org/officeDocument/2006/relationships/slide" Target="/ppt/slides/slide17.xml" Id="Rbe9a8cd45c314009" /><Relationship Type="http://schemas.openxmlformats.org/officeDocument/2006/relationships/slide" Target="/ppt/slides/slide18.xml" Id="R6ce07f61606a4d1f" /><Relationship Type="http://schemas.openxmlformats.org/officeDocument/2006/relationships/slide" Target="/ppt/slides/slide19.xml" Id="R659f2ce17ac0462b" /><Relationship Type="http://schemas.openxmlformats.org/officeDocument/2006/relationships/slide" Target="/ppt/slides/slide20.xml" Id="R52fad8fee6414e4e" /><Relationship Type="http://schemas.openxmlformats.org/officeDocument/2006/relationships/slide" Target="/ppt/slides/slide21.xml" Id="R92b58a822ddb4cc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5bc90e69957449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2afcfeab32341e6" /><Relationship Type="http://schemas.openxmlformats.org/officeDocument/2006/relationships/notesMaster" Target="/ppt/notesMasters/notesMaster1.xml" Id="R8dbb525a9da8434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95f61c2edb94fd0" /><Relationship Type="http://schemas.openxmlformats.org/officeDocument/2006/relationships/notesMaster" Target="/ppt/notesMasters/notesMaster1.xml" Id="Rf655b0e89d69400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91d266c4c4941fb" /><Relationship Type="http://schemas.openxmlformats.org/officeDocument/2006/relationships/notesMaster" Target="/ppt/notesMasters/notesMaster1.xml" Id="R450f6f1629d4476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7deb97562924c90" /><Relationship Type="http://schemas.openxmlformats.org/officeDocument/2006/relationships/notesMaster" Target="/ppt/notesMasters/notesMaster1.xml" Id="R4a160dd74ef4400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e5877f7bfe944d5" /><Relationship Type="http://schemas.openxmlformats.org/officeDocument/2006/relationships/notesMaster" Target="/ppt/notesMasters/notesMaster1.xml" Id="R70c73c5b3e8f445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c94a28e16ef40a4" /><Relationship Type="http://schemas.openxmlformats.org/officeDocument/2006/relationships/notesMaster" Target="/ppt/notesMasters/notesMaster1.xml" Id="Ra0b623af6752402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1c5de069f434394" /><Relationship Type="http://schemas.openxmlformats.org/officeDocument/2006/relationships/notesMaster" Target="/ppt/notesMasters/notesMaster1.xml" Id="R8c1ce4e737b4400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4bceafbd3eb4db1" /><Relationship Type="http://schemas.openxmlformats.org/officeDocument/2006/relationships/notesMaster" Target="/ppt/notesMasters/notesMaster1.xml" Id="R7ba2183c22ab41c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ce29fad92c14a7c" /><Relationship Type="http://schemas.openxmlformats.org/officeDocument/2006/relationships/notesMaster" Target="/ppt/notesMasters/notesMaster1.xml" Id="Rf12641a8412a41e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5d34372558245b0" /><Relationship Type="http://schemas.openxmlformats.org/officeDocument/2006/relationships/notesMaster" Target="/ppt/notesMasters/notesMaster1.xml" Id="R441594c6dc1642d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e3f06adc20e4aae" /><Relationship Type="http://schemas.openxmlformats.org/officeDocument/2006/relationships/notesMaster" Target="/ppt/notesMasters/notesMaster1.xml" Id="R58f9fcac988c4c6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e9a7cecf995448a" /><Relationship Type="http://schemas.openxmlformats.org/officeDocument/2006/relationships/notesMaster" Target="/ppt/notesMasters/notesMaster1.xml" Id="R91f56472fc554c4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842fa2c0a384353" /><Relationship Type="http://schemas.openxmlformats.org/officeDocument/2006/relationships/notesMaster" Target="/ppt/notesMasters/notesMaster1.xml" Id="R53fa9b9160304a6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b487d387f394ce5" /><Relationship Type="http://schemas.openxmlformats.org/officeDocument/2006/relationships/notesMaster" Target="/ppt/notesMasters/notesMaster1.xml" Id="R08b383144ecf4b9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9938d12f6f54921" /><Relationship Type="http://schemas.openxmlformats.org/officeDocument/2006/relationships/notesMaster" Target="/ppt/notesMasters/notesMaster1.xml" Id="Rebfa4262fd164ad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f7d20878c09419c" /><Relationship Type="http://schemas.openxmlformats.org/officeDocument/2006/relationships/notesMaster" Target="/ppt/notesMasters/notesMaster1.xml" Id="Rd077dc99022c4b9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907529e7b024264" /><Relationship Type="http://schemas.openxmlformats.org/officeDocument/2006/relationships/notesMaster" Target="/ppt/notesMasters/notesMaster1.xml" Id="R981018754ac74968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8af2e287e3c94e75" /><Relationship Type="http://schemas.openxmlformats.org/officeDocument/2006/relationships/notesMaster" Target="/ppt/notesMasters/notesMaster1.xml" Id="R5f30a0ffb9c449ec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1c6766c032164dbc" /><Relationship Type="http://schemas.openxmlformats.org/officeDocument/2006/relationships/notesMaster" Target="/ppt/notesMasters/notesMaster1.xml" Id="R56057e8390884acd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dd25127447a406a" /><Relationship Type="http://schemas.openxmlformats.org/officeDocument/2006/relationships/notesMaster" Target="/ppt/notesMasters/notesMaster1.xml" Id="R12a66f4e6da54aec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ebbe37e95fba43ec" /><Relationship Type="http://schemas.openxmlformats.org/officeDocument/2006/relationships/notesMaster" Target="/ppt/notesMasters/notesMaster1.xml" Id="R6761321f3e7b470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Sources: guide PDF, application XLSX, user-supplied video URL.</a:t>
            </a:r>
          </a:p>
          <a:p xmlns:a="http://schemas.openxmlformats.org/drawingml/2006/main">
            <a:r>
              <a:t>Generated as a full-slide raster page to match the guide style and preserve PDF layout.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Sources: guide PDF section 4 item 1; README.md problem and demo flow; user-supplied source/video links.</a:t>
            </a:r>
          </a:p>
          <a:p xmlns:a="http://schemas.openxmlformats.org/drawingml/2006/main">
            <a:r>
              <a:t>Generated as a full-slide raster page to match the guide style and preserve PDF layout.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Sources: README.md problem definition; docs/07-competition-readiness.md first-five-second judging points.</a:t>
            </a:r>
          </a:p>
          <a:p xmlns:a="http://schemas.openxmlformats.org/drawingml/2006/main">
            <a:r>
              <a:t>Generated as a full-slide raster page to match the guide style and preserve PDF layout.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Sources: reports/sw-evidence-summary.md; reports/experiment-summary.md; README.md current implementation table.</a:t>
            </a:r>
          </a:p>
          <a:p xmlns:a="http://schemas.openxmlformats.org/drawingml/2006/main">
            <a:r>
              <a:t>Generated as a full-slide raster page to match the guide style and preserve PDF layout.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Sources: README.md current implementation; docs/01-mvp-architecture.md; docs/08-hardware-bringup-session.md.</a:t>
            </a:r>
          </a:p>
          <a:p xmlns:a="http://schemas.openxmlformats.org/drawingml/2006/main">
            <a:r>
              <a:t>Generated as a full-slide raster page to match the guide style and preserve PDF layout.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Sources: docs/10-3d-model-v1.md; models/reliefcheck-kiosk-v1.json; README.md hardware table.</a:t>
            </a:r>
          </a:p>
          <a:p xmlns:a="http://schemas.openxmlformats.org/drawingml/2006/main">
            <a:r>
              <a:t>Generated as a full-slide raster page to match the guide style and preserve PDF layout.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Sources: docs/01-mvp-architecture.md; pyproject.toml; rg function/class inspection.</a:t>
            </a:r>
          </a:p>
          <a:p xmlns:a="http://schemas.openxmlformats.org/drawingml/2006/main">
            <a:r>
              <a:t>Generated as a full-slide raster page to match the guide style and preserve PDF layout.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Sources: README.md demo flow; docs/01-mvp-architecture.md MVP state flow; reports/sw-evidence-summary.md.</a:t>
            </a:r>
          </a:p>
          <a:p xmlns:a="http://schemas.openxmlformats.org/drawingml/2006/main">
            <a:r>
              <a:t>Generated as a full-slide raster page to match the guide style and preserve PDF layout.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Sources: rg --files; rg function/class inspection; README.md 주요 파일.</a:t>
            </a:r>
          </a:p>
          <a:p xmlns:a="http://schemas.openxmlformats.org/drawingml/2006/main">
            <a:r>
              <a:t>Generated as a full-slide raster page to match the guide style and preserve PDF layout.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Sources: rg function/class inspection; reliefcheck source files.</a:t>
            </a:r>
          </a:p>
          <a:p xmlns:a="http://schemas.openxmlformats.org/drawingml/2006/main">
            <a:r>
              <a:t>Generated as a full-slide raster page to match the guide style and preserve PDF layout.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Sources: README.md system structure; services/distribution.py; reports/sw-evidence-summary.md PRINT_FAILURE scenario.</a:t>
            </a:r>
          </a:p>
          <a:p xmlns:a="http://schemas.openxmlformats.org/drawingml/2006/main">
            <a:r>
              <a:t>Generated as a full-slide raster page to match the guide style and preserve PDF layout.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Sources: reports/sw-evidence-summary.md scenario result; README.md reason codes.</a:t>
            </a:r>
          </a:p>
          <a:p xmlns:a="http://schemas.openxmlformats.org/drawingml/2006/main">
            <a:r>
              <a:t>Generated as a full-slide raster page to match the guide style and preserve PDF layout.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Sources: local ReliefCheck UI screenshots; reports/sw-evidence-summary.md.</a:t>
            </a:r>
          </a:p>
          <a:p xmlns:a="http://schemas.openxmlformats.org/drawingml/2006/main">
            <a:r>
              <a:t>Generated as a full-slide raster page to match the guide style and preserve PDF layout.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Sources: docs/08-hardware-bringup-session.md; docs/09-one-hour-pi-bringup.md; docs/07-competition-readiness.md.</a:t>
            </a:r>
          </a:p>
          <a:p xmlns:a="http://schemas.openxmlformats.org/drawingml/2006/main">
            <a:r>
              <a:t>Generated as a full-slide raster page to match the guide style and preserve PDF layout.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Sources: README.md problem definition; reports/sw-evidence-summary.md; docs/07-competition-readiness.md.</a:t>
            </a:r>
          </a:p>
          <a:p xmlns:a="http://schemas.openxmlformats.org/drawingml/2006/main">
            <a:r>
              <a:t>Generated as a full-slide raster page to match the guide style and preserve PDF layout.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Sources: reports/sw-evidence-summary.md; reports/experiment-summary.md; local UI screenshots.</a:t>
            </a:r>
          </a:p>
          <a:p xmlns:a="http://schemas.openxmlformats.org/drawingml/2006/main">
            <a:r>
              <a:t>Generated as a full-slide raster page to match the guide style and preserve PDF layout.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Sources: README.md problem and next steps; docs/03-test-plan.md.</a:t>
            </a:r>
          </a:p>
          <a:p xmlns:a="http://schemas.openxmlformats.org/drawingml/2006/main">
            <a:r>
              <a:t>Generated as a full-slide raster page to match the guide style and preserve PDF layout.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Sources: docs/07-competition-readiness.md; docs/03-test-plan.md; README.md 실장비 확인 범위.</a:t>
            </a:r>
          </a:p>
          <a:p xmlns:a="http://schemas.openxmlformats.org/drawingml/2006/main">
            <a:r>
              <a:t>Generated as a full-slide raster page to match the guide style and preserve PDF layout.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Sources: docs/08-hardware-bringup-session.md; docs/09-one-hour-pi-bringup.md; docs/07-competition-readiness.md.</a:t>
            </a:r>
          </a:p>
          <a:p xmlns:a="http://schemas.openxmlformats.org/drawingml/2006/main">
            <a:r>
              <a:t>Generated as a full-slide raster page to match the guide style and preserve PDF layout.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Sources: guide PDF item 7; repository docs and reports generated by current project.</a:t>
            </a:r>
          </a:p>
          <a:p xmlns:a="http://schemas.openxmlformats.org/drawingml/2006/main">
            <a:r>
              <a:t>Generated as a full-slide raster page to match the guide style and preserve PDF layout.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Sources: application XLSX team data; guide PDF item 7.</a:t>
            </a:r>
          </a:p>
          <a:p xmlns:a="http://schemas.openxmlformats.org/drawingml/2006/main">
            <a:r>
              <a:t>Generated as a full-slide raster page to match the guide style and preserve PDF layout.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4853b4a0b24fd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589ece67e93445b" /><Relationship Type="http://schemas.openxmlformats.org/officeDocument/2006/relationships/slideLayout" Target="/ppt/slideLayouts/slideLayout1.xml" Id="R2fc28827ab254e3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fc28827ab254e3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06b5da708c476a" /><Relationship Type="http://schemas.openxmlformats.org/officeDocument/2006/relationships/image" Target="/ppt/media/image.png" Id="R693f261d400548b3" /><Relationship Type="http://schemas.openxmlformats.org/officeDocument/2006/relationships/notesSlide" Target="/ppt/notesSlides/notesSlide1.xml" Id="R139beb652d5547c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3adb0f7c36479f" /><Relationship Type="http://schemas.openxmlformats.org/officeDocument/2006/relationships/image" Target="/ppt/media/image2.png" Id="Re458e96967d947b1" /><Relationship Type="http://schemas.openxmlformats.org/officeDocument/2006/relationships/notesSlide" Target="/ppt/notesSlides/notesSlide2.xml" Id="R2a12a8efb5dc472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0dca660c5c467d" /><Relationship Type="http://schemas.openxmlformats.org/officeDocument/2006/relationships/image" Target="/ppt/media/image3.png" Id="Rcc0267f3317c478e" /><Relationship Type="http://schemas.openxmlformats.org/officeDocument/2006/relationships/notesSlide" Target="/ppt/notesSlides/notesSlide3.xml" Id="Rb48d066c883442a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13241941bd4e86" /><Relationship Type="http://schemas.openxmlformats.org/officeDocument/2006/relationships/image" Target="/ppt/media/image4.png" Id="R5aa5918a880b4269" /><Relationship Type="http://schemas.openxmlformats.org/officeDocument/2006/relationships/notesSlide" Target="/ppt/notesSlides/notesSlide4.xml" Id="Rcee0319ab95b46a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7352a0475a4a40" /><Relationship Type="http://schemas.openxmlformats.org/officeDocument/2006/relationships/image" Target="/ppt/media/image5.png" Id="R73dd56146476473c" /><Relationship Type="http://schemas.openxmlformats.org/officeDocument/2006/relationships/notesSlide" Target="/ppt/notesSlides/notesSlide5.xml" Id="Reb27c6a11dc8400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ce84f59ca64823" /><Relationship Type="http://schemas.openxmlformats.org/officeDocument/2006/relationships/image" Target="/ppt/media/image6.png" Id="R20466ac1cb0c4172" /><Relationship Type="http://schemas.openxmlformats.org/officeDocument/2006/relationships/notesSlide" Target="/ppt/notesSlides/notesSlide6.xml" Id="R75af150d5548429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1ab3d132244302" /><Relationship Type="http://schemas.openxmlformats.org/officeDocument/2006/relationships/image" Target="/ppt/media/image7.png" Id="R228f132a0d0b4572" /><Relationship Type="http://schemas.openxmlformats.org/officeDocument/2006/relationships/notesSlide" Target="/ppt/notesSlides/notesSlide7.xml" Id="R5f50001639fb438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2e3eb82fe34bfc" /><Relationship Type="http://schemas.openxmlformats.org/officeDocument/2006/relationships/image" Target="/ppt/media/image8.png" Id="R53e24ab173f644ff" /><Relationship Type="http://schemas.openxmlformats.org/officeDocument/2006/relationships/notesSlide" Target="/ppt/notesSlides/notesSlide8.xml" Id="R34c17f07a856462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69dc25f0eb4356" /><Relationship Type="http://schemas.openxmlformats.org/officeDocument/2006/relationships/image" Target="/ppt/media/image9.png" Id="R7511ca79311f4e16" /><Relationship Type="http://schemas.openxmlformats.org/officeDocument/2006/relationships/notesSlide" Target="/ppt/notesSlides/notesSlide9.xml" Id="R3e1747bd32da44f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78e88dce29409b" /><Relationship Type="http://schemas.openxmlformats.org/officeDocument/2006/relationships/image" Target="/ppt/media/image10.png" Id="R33e8d0a673984e96" /><Relationship Type="http://schemas.openxmlformats.org/officeDocument/2006/relationships/notesSlide" Target="/ppt/notesSlides/notesSlide10.xml" Id="Re6f715833d2146e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04abd76df34058" /><Relationship Type="http://schemas.openxmlformats.org/officeDocument/2006/relationships/image" Target="/ppt/media/image11.png" Id="R0edc47c108534bca" /><Relationship Type="http://schemas.openxmlformats.org/officeDocument/2006/relationships/notesSlide" Target="/ppt/notesSlides/notesSlide11.xml" Id="R3db9e1ea2834465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679d6e47d7441d" /><Relationship Type="http://schemas.openxmlformats.org/officeDocument/2006/relationships/image" Target="/ppt/media/image12.png" Id="R6005415671914395" /><Relationship Type="http://schemas.openxmlformats.org/officeDocument/2006/relationships/notesSlide" Target="/ppt/notesSlides/notesSlide12.xml" Id="R9812c39701d64a3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d912fc1d2b46f0" /><Relationship Type="http://schemas.openxmlformats.org/officeDocument/2006/relationships/image" Target="/ppt/media/image13.png" Id="R01866010762a494f" /><Relationship Type="http://schemas.openxmlformats.org/officeDocument/2006/relationships/notesSlide" Target="/ppt/notesSlides/notesSlide13.xml" Id="Rb9c3ef0b585f455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5bddf8fcbe4fa4" /><Relationship Type="http://schemas.openxmlformats.org/officeDocument/2006/relationships/image" Target="/ppt/media/image14.png" Id="R678707bff4bd4006" /><Relationship Type="http://schemas.openxmlformats.org/officeDocument/2006/relationships/notesSlide" Target="/ppt/notesSlides/notesSlide14.xml" Id="Rfb6159b32a0247f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f6622729d94251" /><Relationship Type="http://schemas.openxmlformats.org/officeDocument/2006/relationships/image" Target="/ppt/media/image15.png" Id="Rce2367a7a6ca4963" /><Relationship Type="http://schemas.openxmlformats.org/officeDocument/2006/relationships/notesSlide" Target="/ppt/notesSlides/notesSlide15.xml" Id="R750ad63812e94e9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c6696c8b634cc9" /><Relationship Type="http://schemas.openxmlformats.org/officeDocument/2006/relationships/image" Target="/ppt/media/image16.png" Id="R028a16d82dd94698" /><Relationship Type="http://schemas.openxmlformats.org/officeDocument/2006/relationships/notesSlide" Target="/ppt/notesSlides/notesSlide16.xml" Id="Rdf6a96fb16894ce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951a44f443499e" /><Relationship Type="http://schemas.openxmlformats.org/officeDocument/2006/relationships/image" Target="/ppt/media/image17.png" Id="R4ed5990a02444ffa" /><Relationship Type="http://schemas.openxmlformats.org/officeDocument/2006/relationships/notesSlide" Target="/ppt/notesSlides/notesSlide17.xml" Id="R7ba2af88a36d4578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1d928de0f64fab" /><Relationship Type="http://schemas.openxmlformats.org/officeDocument/2006/relationships/image" Target="/ppt/media/image18.png" Id="R7bd2c8e342024595" /><Relationship Type="http://schemas.openxmlformats.org/officeDocument/2006/relationships/notesSlide" Target="/ppt/notesSlides/notesSlide18.xml" Id="R60d0f1fec2cd42fe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83452e4611404c" /><Relationship Type="http://schemas.openxmlformats.org/officeDocument/2006/relationships/image" Target="/ppt/media/image19.png" Id="R0827dcb5137543b9" /><Relationship Type="http://schemas.openxmlformats.org/officeDocument/2006/relationships/notesSlide" Target="/ppt/notesSlides/notesSlide19.xml" Id="R3b77c6cac3c54f48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98c5abad2b4e8b" /><Relationship Type="http://schemas.openxmlformats.org/officeDocument/2006/relationships/image" Target="/ppt/media/image20.png" Id="R5347c280b7ac40f5" /><Relationship Type="http://schemas.openxmlformats.org/officeDocument/2006/relationships/notesSlide" Target="/ppt/notesSlides/notesSlide20.xml" Id="Rd5b6c51ede014ed4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4e60e48a0b43f4" /><Relationship Type="http://schemas.openxmlformats.org/officeDocument/2006/relationships/image" Target="/ppt/media/image21.png" Id="R6de2faf5b4d34107" /><Relationship Type="http://schemas.openxmlformats.org/officeDocument/2006/relationships/notesSlide" Target="/ppt/notesSlides/notesSlide21.xml" Id="R19e8ff3d7d9a473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3f261d400548b3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632196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58e96967d947b1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631358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0267f3317c478e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741737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a5918a880b4269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231126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dd56146476473c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0918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466ac1cb0c4172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28785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8f132a0d0b4572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64662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e24ab173f644ff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74159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11ca79311f4e16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269487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e8d0a673984e96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5124985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dc47c108534bca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071992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05415671914395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2195254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866010762a494f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1120211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8707bff4bd4006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7353408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2367a7a6ca4963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8121594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8a16d82dd94698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048982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d5990a02444ffa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98591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d2c8e342024595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9365195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27dcb5137543b9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14547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47c280b7ac40f5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671545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e2faf5b4d34107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922336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2026-09-03T03:17:18.2560000Z</dcterms:created>
  <dcterms:modified xsi:type="dcterms:W3CDTF">2026-09-03T03:17:18.2560000Z</dcterms:modified>
</coreProperties>
</file>